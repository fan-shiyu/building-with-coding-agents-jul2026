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12192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B0604020202020204" charset="0"/>
      <p:regular r:id="rId35"/>
    </p:embeddedFont>
    <p:embeddedFont>
      <p:font typeface="Inter Bold" panose="020B0604020202020204" charset="0"/>
      <p:regular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565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ladiesams/building-with-coding-agents-jul2026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890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Building with Coding Agents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5525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 a Python Streamlit Dashboard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3781227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56682" y="406648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PyLadies Amsterdam · July 14, 2026</a:t>
            </a:r>
            <a:endParaRPr lang="en-US" sz="1450" dirty="0"/>
          </a:p>
        </p:txBody>
      </p:sp>
      <p:pic>
        <p:nvPicPr>
          <p:cNvPr id="6" name="Picture 5" descr="17837949111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5545742"/>
            <a:ext cx="2011680" cy="9464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873" y="2616588"/>
            <a:ext cx="3776469" cy="1656832"/>
          </a:xfrm>
          <a:prstGeom prst="roundRect">
            <a:avLst>
              <a:gd name="adj" fmla="val 857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1208880" y="2824262"/>
            <a:ext cx="339845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Hi, I'm Felicity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127724" y="2616588"/>
            <a:ext cx="6903269" cy="1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1300"/>
              </a:spcAft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scientist · applied ML &amp; </a:t>
            </a:r>
            <a:r>
              <a:rPr lang="en-US" sz="14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MLOps</a:t>
            </a:r>
            <a:endParaRPr lang="en-US" sz="14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33000"/>
              </a:lnSpc>
              <a:spcAft>
                <a:spcPts val="1300"/>
              </a:spcAft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build automated workflows, AI agents, and end-to-end pipelines</a:t>
            </a:r>
          </a:p>
          <a:p>
            <a:pPr>
              <a:lnSpc>
                <a:spcPct val="133000"/>
              </a:lnSpc>
              <a:spcAft>
                <a:spcPts val="1300"/>
              </a:spcAft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here: coding-agent projects + hackathons</a:t>
            </a:r>
          </a:p>
          <a:p>
            <a:pPr>
              <a:lnSpc>
                <a:spcPct val="133000"/>
              </a:lnSpc>
              <a:spcAft>
                <a:spcPts val="1300"/>
              </a:spcAft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Tonight: you direct, the agent codes.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88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coding agent?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22375"/>
            <a:ext cx="19050" cy="476548"/>
          </a:xfrm>
          <a:prstGeom prst="roundRect">
            <a:avLst>
              <a:gd name="adj" fmla="val 5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884711" y="1354237"/>
            <a:ext cx="11255093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language model connected to your computer: it can read your files, run commands, write code, and see the results — then decide what to do next.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264" y="1830784"/>
            <a:ext cx="7549167" cy="41596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05512" y="2411122"/>
            <a:ext cx="1425950" cy="24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 AI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505512" y="2725230"/>
            <a:ext cx="1425950" cy="524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questions and explains concepts.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52787" y="3628427"/>
            <a:ext cx="1425951" cy="24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Coding Agent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52787" y="3942535"/>
            <a:ext cx="1425951" cy="524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files, runs commands, writes and tests code.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1475" y="6122293"/>
            <a:ext cx="1147833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Claude Code, Gemini CLI, Cursor.</a:t>
            </a:r>
            <a:endParaRPr lang="en-US" sz="11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25BF5C-C64D-6FD5-CE1A-F7EBDB42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476" y="2653604"/>
            <a:ext cx="2438741" cy="24387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153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 are the architect. The agent is the contractor.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86874" y="2610657"/>
            <a:ext cx="25399" cy="944860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970335" y="2780718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micromanage every line. Don't say "build me a house" and disappear.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6874" y="376824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brief a skilled professional could execute.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548930"/>
            <a:ext cx="2507394" cy="15179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48780" y="276334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48780" y="3247628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is and who it's for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2548930"/>
            <a:ext cx="2507394" cy="15179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45180" y="276334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345180" y="3247628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what to build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4255889"/>
            <a:ext cx="2507394" cy="15179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48780" y="447030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648780" y="4954588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not to do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4255889"/>
            <a:ext cx="2507394" cy="15179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45180" y="447030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Checkpoint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9345180" y="4954588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"Show me the plan first"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176" y="18712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you'll build tonight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540176" y="2915398"/>
            <a:ext cx="5770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dashboard from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120,396 flight orders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4 KPI views, 3 filters — almost entirely by directing an agent.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0176" y="3732861"/>
            <a:ext cx="5770220" cy="1039416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83" y="4019603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4424" y="3950150"/>
            <a:ext cx="4966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fact hiding in the data: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than half of all orders lose money (median margin: −$0.45).</a:t>
            </a:r>
            <a:endParaRPr lang="en-US" sz="1450" dirty="0"/>
          </a:p>
        </p:txBody>
      </p:sp>
      <p:pic>
        <p:nvPicPr>
          <p:cNvPr id="7" name="Picture 6" descr="1783765857717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695" y="1883845"/>
            <a:ext cx="5760720" cy="2889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85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tonight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17254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856832" y="251261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Claude Code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921298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demos — needs a Claude subscription or API key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317254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4542716" y="251261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Gemini CLI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921298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with a Google account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317254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8228600" y="251261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Any agent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921298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exercises are prompts and markdown, not code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981351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661475" y="42666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Smoke test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paste in your agent: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781649"/>
            <a:ext cx="25399" cy="727670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944936" y="4994275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"Read data/DATA.md and tell me how many CSV files this project has" → the answer is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023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CLAUDE.md — the agent's onboarding document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0506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session starts with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amnesia.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CLAUDE.md is the file the agent reads first, every time: what the project is, the tech stack, the rules.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24945"/>
            <a:ext cx="25399" cy="642541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944936" y="3695005"/>
            <a:ext cx="55299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it once — stop re-explaining forever.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447627"/>
            <a:ext cx="2507394" cy="1560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73019" y="25894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47182" y="3203575"/>
            <a:ext cx="20785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project is</a:t>
            </a:r>
            <a:endParaRPr lang="en-US" sz="1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2447627"/>
            <a:ext cx="2507394" cy="1560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69419" y="25894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243583" y="3203575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tech stack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4197548"/>
            <a:ext cx="5203794" cy="12656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21170" y="433933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547182" y="4953496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332776" y="5675809"/>
            <a:ext cx="581337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 lean: it is loaded always, so every line costs.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099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 before code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16633"/>
            <a:ext cx="19050" cy="1541463"/>
          </a:xfrm>
          <a:prstGeom prst="roundRect">
            <a:avLst>
              <a:gd name="adj" fmla="val 5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874095" y="1476077"/>
            <a:ext cx="10656125" cy="1222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"Propose your plan first. Wait for my approval."</a:t>
            </a:r>
            <a:endParaRPr lang="en-US" sz="3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285" y="2977654"/>
            <a:ext cx="6339027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80117" y="5189952"/>
            <a:ext cx="1190113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0249" y="5075320"/>
            <a:ext cx="119011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Plan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88532" y="5075320"/>
            <a:ext cx="119011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Proposes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64210" y="5189952"/>
            <a:ext cx="1190113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Write Prompt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599846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architectural drawings before construction starts. The plan is where a mistake costs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sentence to fix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instead of a rebuild.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05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Guardrails — the polite kind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1477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you state in words — the agent reads them and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usually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honors them.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932238"/>
            <a:ext cx="25399" cy="642541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944936" y="4102298"/>
            <a:ext cx="55299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that "usually". We fix it in Block 2.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7377" y="3131939"/>
            <a:ext cx="2509179" cy="14351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72582" y="3157339"/>
            <a:ext cx="224397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is read-only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572582" y="3647976"/>
            <a:ext cx="224397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must never modify source data files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7391" y="3131939"/>
            <a:ext cx="2509179" cy="14351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92596" y="3157339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Ask before adding dependencies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292596" y="3936901"/>
            <a:ext cx="224397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surprise packages in your environment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92994"/>
            <a:ext cx="1278302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74879" y="1160959"/>
            <a:ext cx="151206" cy="151209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1001687" y="1149648"/>
            <a:ext cx="14342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1455738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Exercise 1 — The Brief &amp; the Plan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525350" y="2336205"/>
            <a:ext cx="5476043" cy="3428802"/>
          </a:xfrm>
          <a:prstGeom prst="roundRect">
            <a:avLst>
              <a:gd name="adj" fmla="val 396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714357" y="252521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Files — in order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14357" y="3009503"/>
            <a:ext cx="509802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000000"/>
                </a:solidFill>
                <a:highlight>
                  <a:srgbClr val="37AA9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starter-prompt.md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000000"/>
                </a:solidFill>
                <a:highlight>
                  <a:srgbClr val="37AA9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CLAUDE-template.md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000000"/>
                </a:solidFill>
                <a:highlight>
                  <a:srgbClr val="37AA9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requirements-card.md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4357" y="4327823"/>
            <a:ext cx="5098029" cy="2540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714357" y="4613077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Done =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your agent proposed a plan, you approved it, dashboard v1 is building.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25252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to start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32776" y="3009503"/>
            <a:ext cx="5813379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workshop.html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Exercise 1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2776" y="35072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Stuck?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32776" y="3991570"/>
            <a:ext cx="5813379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solutions.html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copy, continue, study later.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32776" y="4512965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4799707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7024" y="4730254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exercises are prompts and markdown — any agent works.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39987"/>
            <a:ext cx="318017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774879" y="1696641"/>
            <a:ext cx="35629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027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Skills, Hooks &amp; Multi-Agent Patterns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768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 guide to expertise written down, guardrails with teeth, and knowing when one agent isn't enough.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439120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661475" y="3937000"/>
            <a:ext cx="73370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774879" y="3993654"/>
            <a:ext cx="111648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1475" y="4436765"/>
            <a:ext cx="3316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files of instructions the agent absorbs as knowledge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45186" y="3937000"/>
            <a:ext cx="168826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558591" y="3993654"/>
            <a:ext cx="20710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SLASH COMMANDS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45186" y="4436765"/>
            <a:ext cx="3315014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Buttons you press — triggered by you, by typing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/name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7707" y="3937000"/>
            <a:ext cx="767239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8341112" y="3993654"/>
            <a:ext cx="11500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7707" y="4436765"/>
            <a:ext cx="33150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enforced by the system — cannot be forgotten or talked past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999"/>
            <a:ext cx="14512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PRIMITIVES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03008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 &amp; Slash Commands — Expertise, Written Down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49485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are markdown files of instructions. The difference is who pulls the trigger: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009900"/>
            <a:ext cx="10868745" cy="2212181"/>
          </a:xfrm>
          <a:prstGeom prst="roundRect">
            <a:avLst>
              <a:gd name="adj" fmla="val 358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61475" y="356135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661475" y="411599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661475" y="4664273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857030" y="3136007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70992" y="3136007"/>
            <a:ext cx="4248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87663" y="3136007"/>
            <a:ext cx="435678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Slash Command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7030" y="3684290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Triggered by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70992" y="3684290"/>
            <a:ext cx="4248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agent, automatically, when relevant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87663" y="3684290"/>
            <a:ext cx="4356785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You, by typing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/name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7030" y="4238923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Mental model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70992" y="4238923"/>
            <a:ext cx="4248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it absorbed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587663" y="4238923"/>
            <a:ext cx="435678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button you press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7030" y="4787205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70992" y="4787205"/>
            <a:ext cx="4248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"here's how we style charts"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87663" y="4787205"/>
            <a:ext cx="4356785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/check-dashboard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543470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739723"/>
            <a:ext cx="236234" cy="18901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75723" y="567094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load only when needed — cheap. 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of thumb: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third time you type the same prompt, save it.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1926"/>
            <a:ext cx="188719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&amp; COST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2680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Context Window Is a Budget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14213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the agent "knows" right now lives in a limited window — and quality degrades as it fills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(context rot)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7177"/>
            <a:ext cx="3496877" cy="2355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87158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A9D8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CLAUDE.md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= always-paid tax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57554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 lean. Every token here is spent on every single request.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657177"/>
            <a:ext cx="3496877" cy="23551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287158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A9D8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= pay-per-use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280271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only when relevant. The cost is zero until the moment they're needed.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657177"/>
            <a:ext cx="3496877" cy="23551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287158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A9D8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 sessions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= compact &amp; clear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575546"/>
            <a:ext cx="2966467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milestones,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tasks. Files survive compaction; conversation fades.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61475" y="5224959"/>
            <a:ext cx="25399" cy="727670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0"/>
          <p:cNvSpPr/>
          <p:nvPr/>
        </p:nvSpPr>
        <p:spPr>
          <a:xfrm>
            <a:off x="944936" y="5437584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survive compaction; conversation fades.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213"/>
            <a:ext cx="2188116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PATTERNS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1475" y="858738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Community Builds With These Exact Primitives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661475" y="2621855"/>
            <a:ext cx="3538449" cy="1262658"/>
          </a:xfrm>
          <a:prstGeom prst="roundRect">
            <a:avLst>
              <a:gd name="adj" fmla="val 55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835203" y="2795588"/>
            <a:ext cx="319099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caveman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5203" y="3205559"/>
            <a:ext cx="3190994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skill that makes agents talk terse: ~65–75% fewer output tokens.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032845"/>
            <a:ext cx="3538449" cy="1262658"/>
          </a:xfrm>
          <a:prstGeom prst="roundRect">
            <a:avLst>
              <a:gd name="adj" fmla="val 55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835203" y="4206577"/>
            <a:ext cx="319099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rtk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5203" y="4616549"/>
            <a:ext cx="3190994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hook that compresses tool outputs 60–90% before they reach the window.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4846" y="1738015"/>
            <a:ext cx="6921624" cy="89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compresses what the agent says; the other what it reads.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 they attack context rot from both directions — output verbosity and input bloat.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400" y="2796183"/>
            <a:ext cx="4808417" cy="296376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99562" y="3014765"/>
            <a:ext cx="1638754" cy="22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Caveman Output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5398" y="5318579"/>
            <a:ext cx="1638754" cy="22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65–75% Fewer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48798" y="3014765"/>
            <a:ext cx="1762452" cy="22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RTK Tool Input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712902" y="5310662"/>
            <a:ext cx="1638754" cy="22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60–90% Smaller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14846" y="5926832"/>
            <a:ext cx="7531209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use both.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3520"/>
            <a:ext cx="17562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319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Hooks — The Guardrails With Teeth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19372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hook runs automatically on events (before a file edit, after a command) — enforced by the system, not by the agent's goodwill.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011190"/>
            <a:ext cx="25399" cy="727670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944936" y="3223816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cannot be forgotten, ignored, or talked past.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164112"/>
            <a:ext cx="2507394" cy="152429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875881" y="4378523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 rule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75881" y="4862810"/>
            <a:ext cx="2078581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"please don't touch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357875" y="4164112"/>
            <a:ext cx="2507394" cy="152429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572282" y="4378523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 rule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3572282" y="4862810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edit is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blocked before it executes.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2776" y="4121547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CLAUDE.md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sign that says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please wash your hands.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hook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door that won't open until you do.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73684"/>
            <a:ext cx="1309059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74879" y="1441648"/>
            <a:ext cx="151206" cy="151209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1001687" y="1430338"/>
            <a:ext cx="14650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1736427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Exercise 2 — Standards &amp; Limits</a:t>
            </a:r>
            <a:endParaRPr lang="en-US" sz="3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40509"/>
            <a:ext cx="189007" cy="1890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2912765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661475" y="3058021"/>
            <a:ext cx="349687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</a:t>
            </a: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workshop.html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1475" y="3473053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Exercise 2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640509"/>
            <a:ext cx="189007" cy="1890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47359" y="2912765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8"/>
          <p:cNvSpPr/>
          <p:nvPr/>
        </p:nvSpPr>
        <p:spPr>
          <a:xfrm>
            <a:off x="4347359" y="3058021"/>
            <a:ext cx="349687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</a:t>
            </a: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SKILL-template.md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347359" y="3473053"/>
            <a:ext cx="3496877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vague prompt →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hook-template/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try to break it (two rounds)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244" y="2640509"/>
            <a:ext cx="189007" cy="18901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33244" y="2912765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1"/>
          <p:cNvSpPr/>
          <p:nvPr/>
        </p:nvSpPr>
        <p:spPr>
          <a:xfrm>
            <a:off x="8033244" y="305802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Done when…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033244" y="3466703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dashboard is restyled to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rules, and you watched a write get blocked.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728270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4995962"/>
            <a:ext cx="236234" cy="1890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75723" y="496450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Remember: new session after installing — settings load at session start.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0424"/>
            <a:ext cx="17712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6365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Agent, or Many?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51063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second agent when you can name what the first one can't do — not before.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025676"/>
            <a:ext cx="10868745" cy="2558455"/>
          </a:xfrm>
          <a:prstGeom prst="roundRect">
            <a:avLst>
              <a:gd name="adj" fmla="val 310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61475" y="357713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661475" y="473025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857129" y="3151783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28279" y="3151783"/>
            <a:ext cx="31626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Agent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59326" y="3151783"/>
            <a:ext cx="31626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Parallel Subagents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90373" y="3151783"/>
            <a:ext cx="3054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Specialist Roles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7129" y="3700066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28279" y="3700066"/>
            <a:ext cx="255303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steps, shared context — most tasks (the default!)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959326" y="3700066"/>
            <a:ext cx="25530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pieces, like our 4 view files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890373" y="3700066"/>
            <a:ext cx="2444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jobs need different tools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7129" y="4853186"/>
            <a:ext cx="24027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28279" y="4853186"/>
            <a:ext cx="31626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Continuity, consistency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959326" y="4853186"/>
            <a:ext cx="25530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Wall-clock ÷ 4, small fresh context each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890373" y="4853186"/>
            <a:ext cx="2444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eyes, honest checking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084"/>
            <a:ext cx="132731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Let the Maker Be the Checker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30187" y="1804388"/>
            <a:ext cx="5576407" cy="21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reviewer agent with only </a:t>
            </a: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 tools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it literally cannot edit.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eyes, no memory of why the code is that way, judging only against your written standard.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17487" y="3817640"/>
            <a:ext cx="12700" cy="198338"/>
          </a:xfrm>
          <a:prstGeom prst="roundRect">
            <a:avLst>
              <a:gd name="adj" fmla="val 5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6298873" y="3823318"/>
            <a:ext cx="5832833" cy="239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by architecture beats constraint by politeness.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5207"/>
            <a:ext cx="1244470" cy="272752"/>
          </a:xfrm>
          <a:prstGeom prst="roundRect">
            <a:avLst>
              <a:gd name="adj" fmla="val 2212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69125" y="609798"/>
            <a:ext cx="143566" cy="14357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984424" y="598984"/>
            <a:ext cx="142345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886123"/>
            <a:ext cx="10868745" cy="56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Exercise 3 — Delegation</a:t>
            </a:r>
            <a:endParaRPr lang="en-US" sz="3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1963"/>
            <a:ext cx="179482" cy="1794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1989237"/>
            <a:ext cx="3509180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661475" y="2129730"/>
            <a:ext cx="350918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 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61475" y="2512516"/>
            <a:ext cx="35091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your agent argue both sides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1731963"/>
            <a:ext cx="179482" cy="17948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41208" y="1989237"/>
            <a:ext cx="3509180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8"/>
          <p:cNvSpPr/>
          <p:nvPr/>
        </p:nvSpPr>
        <p:spPr>
          <a:xfrm>
            <a:off x="4341208" y="2129730"/>
            <a:ext cx="350918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 B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341208" y="2512516"/>
            <a:ext cx="350918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parallel subagents, one per view — overlapping timers, batch finishes in the slowest one's time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0941" y="1731963"/>
            <a:ext cx="179482" cy="17948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20941" y="1989237"/>
            <a:ext cx="3509180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1"/>
          <p:cNvSpPr/>
          <p:nvPr/>
        </p:nvSpPr>
        <p:spPr>
          <a:xfrm>
            <a:off x="8020941" y="2129730"/>
            <a:ext cx="350918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 C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020941" y="2512516"/>
            <a:ext cx="3509180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reviewer-template.md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the audit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1475" y="3679329"/>
            <a:ext cx="10868745" cy="693837"/>
          </a:xfrm>
          <a:prstGeom prst="roundRect">
            <a:avLst>
              <a:gd name="adj" fmla="val 1087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57" y="3930749"/>
            <a:ext cx="224427" cy="1794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44867" y="3894733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 = a violations table from an agent that fixed nothing. Watch the screen for the parallel launch.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61475" y="4609902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05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MCP — giving the agent hands (and eyes)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07283"/>
            <a:ext cx="2507394" cy="231755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856832" y="2902645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 teach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386931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learns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"here is how we style charts"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2707282"/>
            <a:ext cx="2507394" cy="2317551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553232" y="2902645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MCP connects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553232" y="3386931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gains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browsers, databases, Notion, GitHub — called by name.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6836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Context Protocol — the USB-C of AI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3167955"/>
            <a:ext cx="5813379" cy="71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standard plug between any agent and any tool.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server exposes a menu of tools; the agent calls them by name.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32776" y="3902920"/>
            <a:ext cx="5203794" cy="1124545"/>
          </a:xfrm>
          <a:prstGeom prst="roundRect">
            <a:avLst>
              <a:gd name="adj" fmla="val 591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166511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47024" y="4120209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Tonight's server: 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Playwright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real browser the agent can navigate, click, and read.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12291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loop: how agents become reliable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84" y="1092200"/>
            <a:ext cx="10390027" cy="40733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9442" y="1291964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39949" y="1291964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39949" y="4659976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 Failed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49442" y="4659976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 Again</a:t>
            </a:r>
            <a:endParaRPr lang="en-US" sz="1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21982"/>
            <a:ext cx="5409271" cy="520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404" y="5332115"/>
            <a:ext cx="51382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attempt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22404" y="5514479"/>
            <a:ext cx="513821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~80% right — good, but not reliable enough for production.</a:t>
            </a:r>
            <a:endParaRPr lang="en-US" sz="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0949" y="5221982"/>
            <a:ext cx="5409271" cy="5207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81878" y="5332115"/>
            <a:ext cx="51382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loop with checks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281878" y="5514479"/>
            <a:ext cx="513821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Converges toward reliable. Each cycle catches what slipped through.</a:t>
            </a:r>
            <a:endParaRPr lang="en-US" sz="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792887"/>
            <a:ext cx="5409271" cy="5207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404" y="5903020"/>
            <a:ext cx="51382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catch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822404" y="6085384"/>
            <a:ext cx="513821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rises exactly to the standard of your verifier — </a:t>
            </a: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above it.</a:t>
            </a:r>
            <a:endParaRPr lang="en-US" sz="7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0949" y="5792887"/>
            <a:ext cx="5409271" cy="5207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81878" y="5903020"/>
            <a:ext cx="51382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Always set a retry cap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6281878" y="6085384"/>
            <a:ext cx="513821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loop without a stop condition is </a:t>
            </a: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bill without a ceiling.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69182"/>
            <a:ext cx="131451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74879" y="1937147"/>
            <a:ext cx="151206" cy="151209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1001687" y="1925836"/>
            <a:ext cx="147048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4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2319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Self-Verification </a:t>
            </a:r>
            <a:r>
              <a:rPr lang="en-US" sz="3700" b="1" dirty="0">
                <a:solidFill>
                  <a:srgbClr val="2A9D8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(demo-first)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525350" y="3106043"/>
            <a:ext cx="5476043" cy="1882775"/>
          </a:xfrm>
          <a:prstGeom prst="roundRect">
            <a:avLst>
              <a:gd name="adj" fmla="val 7228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714357" y="329505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you'll watch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14357" y="3779341"/>
            <a:ext cx="5098029" cy="78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→ sabotage → the loop catches it → fix → 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saved as </a:t>
            </a:r>
            <a:r>
              <a:rPr lang="en-US" sz="1450" dirty="0">
                <a:solidFill>
                  <a:srgbClr val="000000"/>
                </a:solidFill>
                <a:highlight>
                  <a:srgbClr val="37AA9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/check-dashboard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one word, forever.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29505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Following live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377934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Playwright MCP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 up — a 150 MB download.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4251821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Tonight in the room: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watch the demo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Tonight at home: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it yourself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05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Evals — is any of this actually working?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07283"/>
            <a:ext cx="2507394" cy="1782266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856832" y="2902645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386931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Judges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"Is this change ok?"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2707283"/>
            <a:ext cx="2507394" cy="1782266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553232" y="2902645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553232" y="3386931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Judges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worker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"Is my whole setup good — and improving?"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6836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rubric = your promises, made gradeable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316795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Checkable criteria + evidence + verdicts.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32776" y="3683000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3969742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47024" y="3900289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one criterion that 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FAILS on purpose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rubric that only measures what you already built is a mirror, not an instrument.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1605"/>
            <a:ext cx="1110627" cy="243979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57814" y="679351"/>
            <a:ext cx="128485" cy="128488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950492" y="669727"/>
            <a:ext cx="1334856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92015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</a:t>
            </a:r>
            <a:r>
              <a:rPr lang="en-US" sz="3150" b="1" dirty="0">
                <a:solidFill>
                  <a:srgbClr val="2A9D8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(the finale)</a:t>
            </a:r>
            <a:endParaRPr lang="en-US" sz="3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23" y="1626989"/>
            <a:ext cx="7184250" cy="32880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4696" y="4004286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Done: scorecard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4887" y="3874372"/>
            <a:ext cx="1348762" cy="77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Fresh session grades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14316" y="4004286"/>
            <a:ext cx="1348761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Fill rubric-template.md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886792" y="3874372"/>
            <a:ext cx="1348762" cy="77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workshop.html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1475" y="5068590"/>
            <a:ext cx="3531901" cy="1167705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841156" y="5248275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template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41156" y="5581154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rubric-template.md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3 given + 4 yours + 1 aspirational + 1 judgment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29897" y="5068590"/>
            <a:ext cx="3531901" cy="1167705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4509578" y="5248275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509578" y="5581154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fresh session grades your dashboard — and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fixes nothing.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998319" y="5068590"/>
            <a:ext cx="3531901" cy="1167705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8178000" y="5248275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Done means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178000" y="5581154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scorecard: everything promised delivered, next milestone named.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531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Agents forget everything overnight. </a:t>
            </a:r>
            <a:r>
              <a:rPr lang="en-US" sz="3700" b="1" dirty="0">
                <a:solidFill>
                  <a:srgbClr val="2A9D8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Leave them a note.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24634"/>
            <a:ext cx="10868745" cy="2199481"/>
          </a:xfrm>
          <a:prstGeom prst="roundRect">
            <a:avLst>
              <a:gd name="adj" fmla="val 36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661475" y="317609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661475" y="372437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61475" y="427265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2839272" y="2624634"/>
            <a:ext cx="11814" cy="21994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5770319" y="2624634"/>
            <a:ext cx="11814" cy="21994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8701366" y="2624634"/>
            <a:ext cx="11814" cy="21994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857129" y="2750741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839272" y="2630984"/>
            <a:ext cx="2931047" cy="545108"/>
          </a:xfrm>
          <a:prstGeom prst="rect">
            <a:avLst/>
          </a:prstGeom>
          <a:solidFill>
            <a:srgbClr val="E8F5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031454" y="2750741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README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70319" y="2630984"/>
            <a:ext cx="2931047" cy="545108"/>
          </a:xfrm>
          <a:prstGeom prst="rect">
            <a:avLst/>
          </a:prstGeom>
          <a:solidFill>
            <a:srgbClr val="E8F5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962501" y="2750741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CLAUDE.md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701366" y="2630984"/>
            <a:ext cx="2822504" cy="545108"/>
          </a:xfrm>
          <a:prstGeom prst="rect">
            <a:avLst/>
          </a:prstGeom>
          <a:solidFill>
            <a:srgbClr val="E8F5F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8893548" y="2750741"/>
            <a:ext cx="30509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MEMORY.md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7129" y="3299023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31454" y="3299023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brochure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62501" y="3299023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handbook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93548" y="3299023"/>
            <a:ext cx="30509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shift-handover note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7129" y="3847306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031454" y="3847306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62501" y="3847306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session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893548" y="3847306"/>
            <a:ext cx="30509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session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7129" y="4395589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Changes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031454" y="4395589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Rarely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962501" y="4395589"/>
            <a:ext cx="31562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Occasionally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893548" y="4395589"/>
            <a:ext cx="30509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session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61475" y="503674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332426"/>
            <a:ext cx="236234" cy="18901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75723" y="527298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Tonight's homework, one prompt: 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"Summarize this session into MEMORY.md."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97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 actually learned tonight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843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74305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661475" y="251956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verifier loop = the mechanism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92824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primitive that makes agents reliable.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90301" y="207843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374305"/>
            <a:ext cx="5339919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190301" y="2519561"/>
            <a:ext cx="53399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Loop engineering = designing the system around it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190301" y="3223518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Goal, verifier, memory, termination. 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term is a month old — you'll see it on your feeds.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661475" y="4600178"/>
            <a:ext cx="53398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Long-running agents = that design, deployed unattended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530413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natural endpoint of everything you built tonight.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90301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454922"/>
            <a:ext cx="5339919" cy="254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190301" y="4600178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→ context → loop engineering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90301" y="5008860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practiced all three tonight.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50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far do you let it run?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620639"/>
            <a:ext cx="650859" cy="662781"/>
          </a:xfrm>
          <a:prstGeom prst="roundRect">
            <a:avLst>
              <a:gd name="adj" fmla="val 1200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856038" y="1788517"/>
            <a:ext cx="261633" cy="327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498364" y="1806674"/>
            <a:ext cx="41845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Watch every step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05299" y="2270720"/>
            <a:ext cx="4370675" cy="12700"/>
          </a:xfrm>
          <a:prstGeom prst="roundRect">
            <a:avLst>
              <a:gd name="adj" fmla="val 61533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661475" y="2376388"/>
            <a:ext cx="1301817" cy="662781"/>
          </a:xfrm>
          <a:prstGeom prst="roundRect">
            <a:avLst>
              <a:gd name="adj" fmla="val 1179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1181567" y="2544266"/>
            <a:ext cx="261633" cy="327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2149322" y="2562423"/>
            <a:ext cx="35335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Auto-approve safe actions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6257" y="3026470"/>
            <a:ext cx="3719717" cy="12700"/>
          </a:xfrm>
          <a:prstGeom prst="roundRect">
            <a:avLst>
              <a:gd name="adj" fmla="val 61533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661475" y="3132138"/>
            <a:ext cx="1952775" cy="1141214"/>
          </a:xfrm>
          <a:prstGeom prst="roundRect">
            <a:avLst>
              <a:gd name="adj" fmla="val 684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1506996" y="3539232"/>
            <a:ext cx="261633" cy="327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2800280" y="3318173"/>
            <a:ext cx="28826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Task-level autonomy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00280" y="3792041"/>
            <a:ext cx="28826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"Show me at the end"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707215" y="4260652"/>
            <a:ext cx="3068759" cy="12700"/>
          </a:xfrm>
          <a:prstGeom prst="roundRect">
            <a:avLst>
              <a:gd name="adj" fmla="val 61533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661475" y="4366320"/>
            <a:ext cx="2603733" cy="1727200"/>
          </a:xfrm>
          <a:prstGeom prst="roundRect">
            <a:avLst>
              <a:gd name="adj" fmla="val 452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1832524" y="5066407"/>
            <a:ext cx="261633" cy="327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451238" y="4552355"/>
            <a:ext cx="223167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Background agents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51238" y="5316934"/>
            <a:ext cx="223167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Overnight runs, PRs in the morning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29105" y="1597819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the value is today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29105" y="2071687"/>
            <a:ext cx="5207465" cy="105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professional value today lives at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rungs 2–3.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rung up needs the guardrails from the rung below. You built those tonight.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29105" y="3328293"/>
            <a:ext cx="5207465" cy="1013023"/>
          </a:xfrm>
          <a:prstGeom prst="roundRect">
            <a:avLst>
              <a:gd name="adj" fmla="val 771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35" y="3607495"/>
            <a:ext cx="232563" cy="18603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33729" y="3539530"/>
            <a:ext cx="44168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agent can only run as long as your guardrails can hold.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7587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</a:t>
            </a:r>
            <a:r>
              <a:rPr lang="en-US" sz="3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💛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2609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workshop.html · solutions.html · github.com/pyladiesams/building-with-coding-agents-jul2026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 on YouTube.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39927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661475" y="3825180"/>
            <a:ext cx="25399" cy="1030089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944936" y="4037806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workshop was built with the methods it teaches — every exercise dry-run by an agent, every failure folded back into the materials.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6682" y="50678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@pyladiesams · @Fan-shiyu</a:t>
            </a:r>
            <a:endParaRPr lang="en-US" sz="1450" dirty="0"/>
          </a:p>
        </p:txBody>
      </p:sp>
      <p:pic>
        <p:nvPicPr>
          <p:cNvPr id="8" name="Picture 7" descr="1783794911136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55" y="5373651"/>
            <a:ext cx="2377440" cy="11185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1903</Words>
  <Application>Microsoft Office PowerPoint</Application>
  <PresentationFormat>Widescreen</PresentationFormat>
  <Paragraphs>296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Inter Bold</vt:lpstr>
      <vt:lpstr>Consolas</vt:lpstr>
      <vt:lpstr>Arial</vt:lpstr>
      <vt:lpstr>Inter Light</vt:lpstr>
      <vt:lpstr>Twemoji Mozilla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Fan, Felicity</cp:lastModifiedBy>
  <cp:revision>7</cp:revision>
  <dcterms:created xsi:type="dcterms:W3CDTF">2026-07-11T19:22:33Z</dcterms:created>
  <dcterms:modified xsi:type="dcterms:W3CDTF">2026-07-11T20:06:09Z</dcterms:modified>
</cp:coreProperties>
</file>